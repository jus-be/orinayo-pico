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3" autoAdjust="0"/>
    <p:restoredTop sz="94660"/>
  </p:normalViewPr>
  <p:slideViewPr>
    <p:cSldViewPr snapToGrid="0">
      <p:cViewPr varScale="1">
        <p:scale>
          <a:sx n="86" d="100"/>
          <a:sy n="86" d="100"/>
        </p:scale>
        <p:origin x="7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3141-7058-6FD5-0B91-013548B8C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1F3A0-179B-F121-17EC-8D86349D5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1BC29-4B91-EC9B-17DB-B15487A5A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9764-E7B3-46D4-A6AA-8494586ACAE2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1591C-BE6D-4278-3B7F-FF13D074E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2667B-83E1-311C-5B40-78708985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622D9-844C-42F9-A258-4D4CB6D8DD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83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70E7-C467-29F4-460E-1E843740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706C0-3972-3D90-4DBA-E6F4AAB54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E53E0-C9C2-B5DD-29E8-FE495E5A4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9764-E7B3-46D4-A6AA-8494586ACAE2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DF42E-8B37-AB29-4208-590DDFCF4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6DAB6-4B30-5143-CC77-9F08F7F0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622D9-844C-42F9-A258-4D4CB6D8DD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74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E7AA7-5A63-F02B-378C-24D32D040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2F5C6-D70E-BA78-48E9-D08A85F2A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7B321-F3BB-F44C-3EE5-4EF76FA08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9764-E7B3-46D4-A6AA-8494586ACAE2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B9FD4-EDFF-10F0-2897-11692C2F5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86995-0F1A-A95B-0E80-834138C1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622D9-844C-42F9-A258-4D4CB6D8DD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91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5512-E72E-3A0C-C286-5DE26130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58F71-4B57-C770-130E-CC9C80C41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D2EEE1-1FE5-0D9C-AD81-951B70B76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C48A8-6207-C3D2-C690-518332F8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9764-E7B3-46D4-A6AA-8494586ACAE2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D14F7-AF63-4C0C-EA7E-9CA7B215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2F1A7-7890-4F0C-CF66-2F818BC3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622D9-844C-42F9-A258-4D4CB6D8DD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609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8B8E-ADA2-18AB-22C7-A68E1CD5F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48B5D-820A-407C-D252-AFA4BF13F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C5D4B-1687-F50C-AE8F-8F99A2FF6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49AE2-0F3D-BECA-6B69-5E4D36BB1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B8544-805F-6B22-A9C4-2BB5A6613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AF358-9D56-B5E8-EB3E-76369F31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9764-E7B3-46D4-A6AA-8494586ACAE2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8C04E9-7DAB-E09E-5EBC-16395699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0C90C-7DCF-4FED-7135-ADBEDA0DB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622D9-844C-42F9-A258-4D4CB6D8DD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19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FB01-E034-1D1B-102E-D13BE416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C2619-3BBD-ADD5-B2DC-B648D26D1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9764-E7B3-46D4-A6AA-8494586ACAE2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393DA-6AFE-F281-45D0-CD7E16247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37C9F-10AE-7789-C2D4-D82B7597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622D9-844C-42F9-A258-4D4CB6D8DD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81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11614B-9233-181B-B5D6-6AE86D43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9764-E7B3-46D4-A6AA-8494586ACAE2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419C8-6BBF-442C-91B5-1764FB8DF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36FED-1742-52FC-21EF-B15176C2E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622D9-844C-42F9-A258-4D4CB6D8DD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743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6A14-AD6F-E0C2-FEAC-15CDD5B53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2B6BC-CE9A-9326-E487-9798DE55C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A4E0C-903A-02C0-BC66-2FD7FE42E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DED95-D97A-DB78-2326-3AA848C06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9764-E7B3-46D4-A6AA-8494586ACAE2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C6415-6D8F-1645-402B-EF30C94A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B717C-BEB7-B210-5810-41A2FB5E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622D9-844C-42F9-A258-4D4CB6D8DD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30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68E23-DD2C-71FB-8109-7A1E67FD6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A89D88-3D39-01AD-34FE-60439A9548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9F041-4FE4-195D-445A-8C051BD89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F4BBA-73C7-D1EB-497F-61BE722B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9764-E7B3-46D4-A6AA-8494586ACAE2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B6B34-D32B-06A0-2860-AE1F5ED3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55026-66E7-2E45-6149-13EB7624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622D9-844C-42F9-A258-4D4CB6D8DD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04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14AF-04AC-8266-A52B-E889F137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211EE-C8FB-E769-3885-AE620F665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6FFEE-133B-C5F4-CD8D-A6245CBC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9764-E7B3-46D4-A6AA-8494586ACAE2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96469-3613-8D45-2FC1-D649DD7C1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62C75-67FB-5413-4A5F-7F256ACF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622D9-844C-42F9-A258-4D4CB6D8DD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500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E527B-BBA2-2776-77E5-359AB5EB7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7E2CC-53B2-750D-35D1-EF600FDAE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4160C-CF9B-AEC4-2F06-1C53F88E8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9764-E7B3-46D4-A6AA-8494586ACAE2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45F07-437E-7C56-E8D5-122CF3776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6AA12-0048-0BD3-40B1-B589954BC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622D9-844C-42F9-A258-4D4CB6D8DD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230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8CF9A3-7E45-6989-C7C3-BB524884E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32091-5BBE-443D-3903-E203C4BAB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9EFD1-58D3-8B1C-FA80-1548ED21B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99764-E7B3-46D4-A6AA-8494586ACAE2}" type="datetimeFigureOut">
              <a:rPr lang="en-GB" smtClean="0"/>
              <a:t>26/06/2026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9FEC-C0C7-C2F6-231C-9E5C9A3B7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FD3E2-6C59-5BAC-C840-A20060F2F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6622D9-844C-42F9-A258-4D4CB6D8DD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56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DFB84D-AEBF-42A0-34F0-D42F0FCB6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165034" y="-2751521"/>
            <a:ext cx="4024761" cy="1152705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BCF27C-BC8D-AEE7-FF10-1E7F748BEF95}"/>
              </a:ext>
            </a:extLst>
          </p:cNvPr>
          <p:cNvCxnSpPr>
            <a:cxnSpLocks/>
          </p:cNvCxnSpPr>
          <p:nvPr/>
        </p:nvCxnSpPr>
        <p:spPr>
          <a:xfrm>
            <a:off x="9059746" y="3326126"/>
            <a:ext cx="0" cy="1206963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0E15E79-5CF6-323D-0DE3-53B55CB218D8}"/>
              </a:ext>
            </a:extLst>
          </p:cNvPr>
          <p:cNvSpPr txBox="1"/>
          <p:nvPr/>
        </p:nvSpPr>
        <p:spPr>
          <a:xfrm>
            <a:off x="8920068" y="4531441"/>
            <a:ext cx="2953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Chord Buttons / Selector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E29BA8-84B2-386D-5AA2-DFFB15822E5B}"/>
              </a:ext>
            </a:extLst>
          </p:cNvPr>
          <p:cNvCxnSpPr>
            <a:cxnSpLocks/>
          </p:cNvCxnSpPr>
          <p:nvPr/>
        </p:nvCxnSpPr>
        <p:spPr>
          <a:xfrm>
            <a:off x="1981927" y="4462615"/>
            <a:ext cx="0" cy="1288783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A7F231B-11D7-8F1C-A165-55F94FCCE04E}"/>
              </a:ext>
            </a:extLst>
          </p:cNvPr>
          <p:cNvSpPr txBox="1"/>
          <p:nvPr/>
        </p:nvSpPr>
        <p:spPr>
          <a:xfrm>
            <a:off x="1741298" y="5647674"/>
            <a:ext cx="6287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Start/Stop Midi/Audio Styles + Backing Track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F33D60-F12B-E178-261B-A664974A9BF4}"/>
              </a:ext>
            </a:extLst>
          </p:cNvPr>
          <p:cNvCxnSpPr>
            <a:cxnSpLocks/>
          </p:cNvCxnSpPr>
          <p:nvPr/>
        </p:nvCxnSpPr>
        <p:spPr>
          <a:xfrm>
            <a:off x="1488573" y="4261512"/>
            <a:ext cx="0" cy="1698263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CA28BAF-800D-AD14-D589-67DAC579D362}"/>
              </a:ext>
            </a:extLst>
          </p:cNvPr>
          <p:cNvSpPr txBox="1"/>
          <p:nvPr/>
        </p:nvSpPr>
        <p:spPr>
          <a:xfrm>
            <a:off x="1353708" y="5872348"/>
            <a:ext cx="2953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Volume Control Joystick. Press to reset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5FC023C-E06E-2106-DC85-BE2EB3861BCC}"/>
              </a:ext>
            </a:extLst>
          </p:cNvPr>
          <p:cNvGrpSpPr/>
          <p:nvPr/>
        </p:nvGrpSpPr>
        <p:grpSpPr>
          <a:xfrm rot="5400000">
            <a:off x="4797574" y="1403302"/>
            <a:ext cx="770677" cy="307777"/>
            <a:chOff x="1117513" y="177715"/>
            <a:chExt cx="1488035" cy="42859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762605-FE31-4F3D-BE1A-E60D57114DD5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BD339EC-2719-706C-3BFB-AD225AA412B9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5AA2D33-BA40-96FD-3878-D79D78476163}"/>
              </a:ext>
            </a:extLst>
          </p:cNvPr>
          <p:cNvSpPr txBox="1"/>
          <p:nvPr/>
        </p:nvSpPr>
        <p:spPr>
          <a:xfrm>
            <a:off x="5029024" y="1099747"/>
            <a:ext cx="3287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Fil/</a:t>
            </a:r>
            <a:r>
              <a:rPr lang="en-GB" sz="1200" dirty="0" err="1"/>
              <a:t>Breakl</a:t>
            </a:r>
            <a:r>
              <a:rPr lang="en-GB" sz="1200" dirty="0"/>
              <a:t> Drumbeat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433125A-DCCF-4158-7593-5C07557ACAE4}"/>
              </a:ext>
            </a:extLst>
          </p:cNvPr>
          <p:cNvGrpSpPr/>
          <p:nvPr/>
        </p:nvGrpSpPr>
        <p:grpSpPr>
          <a:xfrm rot="5400000">
            <a:off x="932083" y="1008988"/>
            <a:ext cx="2148193" cy="307777"/>
            <a:chOff x="1117513" y="177715"/>
            <a:chExt cx="1488035" cy="428591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22D5170-B371-FA7E-28BA-30C6EFAE7182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77F755-233A-3FAD-ECC8-D86BA574D080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9B9DFA2-228C-BDC6-5D07-E88ACE6E439E}"/>
              </a:ext>
            </a:extLst>
          </p:cNvPr>
          <p:cNvSpPr txBox="1"/>
          <p:nvPr/>
        </p:nvSpPr>
        <p:spPr>
          <a:xfrm>
            <a:off x="1741298" y="189593"/>
            <a:ext cx="7986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Music Style Selector with  </a:t>
            </a:r>
            <a:r>
              <a:rPr lang="en-GB" sz="1200" b="1" dirty="0"/>
              <a:t>Green</a:t>
            </a:r>
            <a:r>
              <a:rPr lang="en-GB" sz="1200" dirty="0"/>
              <a:t> (A),  </a:t>
            </a:r>
            <a:r>
              <a:rPr lang="en-GB" sz="1200" b="1" dirty="0"/>
              <a:t>Red</a:t>
            </a:r>
            <a:r>
              <a:rPr lang="en-GB" sz="1200" dirty="0"/>
              <a:t> (B) </a:t>
            </a:r>
            <a:r>
              <a:rPr lang="en-GB" sz="1200" b="1" dirty="0"/>
              <a:t>Yellow</a:t>
            </a:r>
            <a:r>
              <a:rPr lang="en-GB" sz="1200" dirty="0"/>
              <a:t> (C),  </a:t>
            </a:r>
            <a:r>
              <a:rPr lang="en-GB" sz="1200" b="1" dirty="0"/>
              <a:t>Blue</a:t>
            </a:r>
            <a:r>
              <a:rPr lang="en-GB" sz="1200" dirty="0"/>
              <a:t> (D),  </a:t>
            </a:r>
            <a:r>
              <a:rPr lang="en-GB" sz="1200" b="1" dirty="0"/>
              <a:t>Orange</a:t>
            </a:r>
            <a:r>
              <a:rPr lang="en-GB" sz="1200" dirty="0"/>
              <a:t> (Previous),  </a:t>
            </a:r>
            <a:r>
              <a:rPr lang="en-GB" sz="1200" b="1" dirty="0"/>
              <a:t>None</a:t>
            </a:r>
            <a:r>
              <a:rPr lang="en-GB" sz="1200" dirty="0"/>
              <a:t> (Next)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E648AC-E646-78E2-B01E-133D41EC3CBF}"/>
              </a:ext>
            </a:extLst>
          </p:cNvPr>
          <p:cNvGrpSpPr/>
          <p:nvPr/>
        </p:nvGrpSpPr>
        <p:grpSpPr>
          <a:xfrm rot="5400000">
            <a:off x="2192553" y="1476952"/>
            <a:ext cx="2343834" cy="307777"/>
            <a:chOff x="1117513" y="177715"/>
            <a:chExt cx="1488035" cy="428591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DCF9F2C-D534-815F-3D76-32C9D81E6674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679A98-48D0-CCB2-0377-A2C4C2C55214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0CF2A99-A5CE-C5F6-DD1A-2054323BD5C0}"/>
              </a:ext>
            </a:extLst>
          </p:cNvPr>
          <p:cNvSpPr txBox="1"/>
          <p:nvPr/>
        </p:nvSpPr>
        <p:spPr>
          <a:xfrm>
            <a:off x="3210582" y="610567"/>
            <a:ext cx="3287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err="1"/>
              <a:t>Strumbar</a:t>
            </a:r>
            <a:endParaRPr lang="en-GB" sz="12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C60AC1-4CA8-16D3-8EAE-1526FDA2162D}"/>
              </a:ext>
            </a:extLst>
          </p:cNvPr>
          <p:cNvCxnSpPr>
            <a:cxnSpLocks/>
          </p:cNvCxnSpPr>
          <p:nvPr/>
        </p:nvCxnSpPr>
        <p:spPr>
          <a:xfrm>
            <a:off x="3116214" y="3604232"/>
            <a:ext cx="0" cy="1288783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BE864A0-1F59-9153-5CAA-59CDCC9E05D5}"/>
              </a:ext>
            </a:extLst>
          </p:cNvPr>
          <p:cNvSpPr txBox="1"/>
          <p:nvPr/>
        </p:nvSpPr>
        <p:spPr>
          <a:xfrm>
            <a:off x="2830428" y="4893015"/>
            <a:ext cx="6576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Guitar Style Selector with </a:t>
            </a:r>
            <a:r>
              <a:rPr lang="en-GB" sz="1200" b="1" dirty="0"/>
              <a:t>Green</a:t>
            </a:r>
            <a:r>
              <a:rPr lang="en-GB" sz="1200" dirty="0"/>
              <a:t> (Strum), </a:t>
            </a:r>
            <a:r>
              <a:rPr lang="en-GB" sz="1200" b="1" dirty="0"/>
              <a:t>Red</a:t>
            </a:r>
            <a:r>
              <a:rPr lang="en-GB" sz="1200" dirty="0"/>
              <a:t> (Strum/Bass), </a:t>
            </a:r>
            <a:r>
              <a:rPr lang="en-GB" sz="1200" b="1" dirty="0"/>
              <a:t>Yellow</a:t>
            </a:r>
            <a:r>
              <a:rPr lang="en-GB" sz="1200" dirty="0"/>
              <a:t>/</a:t>
            </a:r>
            <a:r>
              <a:rPr lang="en-GB" sz="1200" b="1" dirty="0"/>
              <a:t>Blue</a:t>
            </a:r>
            <a:r>
              <a:rPr lang="en-GB" sz="1200" dirty="0"/>
              <a:t>/</a:t>
            </a:r>
            <a:r>
              <a:rPr lang="en-GB" sz="1200" b="1" dirty="0"/>
              <a:t>Orange</a:t>
            </a:r>
            <a:r>
              <a:rPr lang="en-GB" sz="1200" dirty="0"/>
              <a:t> (Arpeggios)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14D9E7-37A6-95BD-5518-9947859D9600}"/>
              </a:ext>
            </a:extLst>
          </p:cNvPr>
          <p:cNvGrpSpPr/>
          <p:nvPr/>
        </p:nvGrpSpPr>
        <p:grpSpPr>
          <a:xfrm rot="5400000">
            <a:off x="10305019" y="2088200"/>
            <a:ext cx="770677" cy="106830"/>
            <a:chOff x="1117513" y="177715"/>
            <a:chExt cx="1488035" cy="42859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0CD3066-7451-743D-D950-B2B3DC856827}"/>
                </a:ext>
              </a:extLst>
            </p:cNvPr>
            <p:cNvCxnSpPr/>
            <p:nvPr/>
          </p:nvCxnSpPr>
          <p:spPr>
            <a:xfrm>
              <a:off x="1376516" y="422789"/>
              <a:ext cx="1229032" cy="0"/>
            </a:xfrm>
            <a:prstGeom prst="line">
              <a:avLst/>
            </a:prstGeom>
            <a:ln w="3175"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DB36BC4-03AA-0F2E-4264-9C36F38684BA}"/>
                </a:ext>
              </a:extLst>
            </p:cNvPr>
            <p:cNvSpPr txBox="1"/>
            <p:nvPr/>
          </p:nvSpPr>
          <p:spPr>
            <a:xfrm>
              <a:off x="1117513" y="177715"/>
              <a:ext cx="256394" cy="4285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dirty="0"/>
                <a:t> 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BE6836C-5E42-28B2-730D-47F4EC313B16}"/>
              </a:ext>
            </a:extLst>
          </p:cNvPr>
          <p:cNvSpPr txBox="1"/>
          <p:nvPr/>
        </p:nvSpPr>
        <p:spPr>
          <a:xfrm>
            <a:off x="10243407" y="1470330"/>
            <a:ext cx="19485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Transpose UP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1723C3-EB0B-204F-4C45-764CB8757CA1}"/>
              </a:ext>
            </a:extLst>
          </p:cNvPr>
          <p:cNvCxnSpPr>
            <a:cxnSpLocks/>
          </p:cNvCxnSpPr>
          <p:nvPr/>
        </p:nvCxnSpPr>
        <p:spPr>
          <a:xfrm>
            <a:off x="657993" y="3726180"/>
            <a:ext cx="0" cy="2485211"/>
          </a:xfrm>
          <a:prstGeom prst="line">
            <a:avLst/>
          </a:prstGeom>
          <a:ln w="3175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83BA168-30A7-D833-DEEB-5AC4650D4B99}"/>
              </a:ext>
            </a:extLst>
          </p:cNvPr>
          <p:cNvSpPr txBox="1"/>
          <p:nvPr/>
        </p:nvSpPr>
        <p:spPr>
          <a:xfrm>
            <a:off x="523126" y="6123647"/>
            <a:ext cx="1184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Application Selection</a:t>
            </a:r>
            <a:br>
              <a:rPr lang="en-GB" sz="1200" dirty="0"/>
            </a:br>
            <a:r>
              <a:rPr lang="en-GB" sz="1200" b="1" dirty="0"/>
              <a:t>Green</a:t>
            </a:r>
            <a:r>
              <a:rPr lang="en-GB" sz="1200" dirty="0"/>
              <a:t> – Arranger (Ketron/Yamaha),    </a:t>
            </a:r>
            <a:r>
              <a:rPr lang="en-GB" sz="1200" b="1" dirty="0"/>
              <a:t>Red</a:t>
            </a:r>
            <a:r>
              <a:rPr lang="en-GB" sz="1200" dirty="0"/>
              <a:t> – Ample Guitar.    </a:t>
            </a:r>
            <a:r>
              <a:rPr lang="en-GB" sz="1200" b="1" dirty="0"/>
              <a:t>Yellow</a:t>
            </a:r>
            <a:r>
              <a:rPr lang="en-GB" sz="1200" dirty="0"/>
              <a:t> – Midi Drummer, </a:t>
            </a:r>
            <a:r>
              <a:rPr lang="en-GB" sz="1200" b="1" dirty="0"/>
              <a:t>Blue</a:t>
            </a:r>
            <a:r>
              <a:rPr lang="en-GB" sz="1200" dirty="0"/>
              <a:t> – </a:t>
            </a:r>
            <a:r>
              <a:rPr lang="en-GB" sz="1200" dirty="0" err="1"/>
              <a:t>SeqTrak</a:t>
            </a:r>
            <a:r>
              <a:rPr lang="en-GB" sz="1200" dirty="0"/>
              <a:t>, </a:t>
            </a:r>
            <a:r>
              <a:rPr lang="en-GB" sz="1200" b="1" dirty="0"/>
              <a:t>Orange</a:t>
            </a:r>
            <a:r>
              <a:rPr lang="en-GB" sz="1200" dirty="0"/>
              <a:t> – MODX/Montage M</a:t>
            </a:r>
          </a:p>
          <a:p>
            <a:r>
              <a:rPr lang="en-GB" sz="1200" b="1" dirty="0" err="1"/>
              <a:t>Green:Red</a:t>
            </a:r>
            <a:r>
              <a:rPr lang="en-GB" sz="1200" dirty="0"/>
              <a:t> – Midi Guitar, </a:t>
            </a:r>
            <a:r>
              <a:rPr lang="en-GB" sz="1200" b="1" dirty="0" err="1"/>
              <a:t>Green:Blue</a:t>
            </a:r>
            <a:r>
              <a:rPr lang="en-GB" sz="1200" dirty="0"/>
              <a:t> – Audio Styles, </a:t>
            </a:r>
            <a:r>
              <a:rPr lang="en-GB" sz="1200" b="1" dirty="0" err="1"/>
              <a:t>Red:Orange</a:t>
            </a:r>
            <a:r>
              <a:rPr lang="en-GB" sz="1200" dirty="0"/>
              <a:t> – </a:t>
            </a:r>
            <a:r>
              <a:rPr lang="en-GB" sz="1200" dirty="0" err="1"/>
              <a:t>Nanobox</a:t>
            </a:r>
            <a:r>
              <a:rPr lang="en-GB" sz="1200" dirty="0"/>
              <a:t> Tangerine, </a:t>
            </a:r>
            <a:r>
              <a:rPr lang="en-GB" sz="1200" b="1" dirty="0" err="1"/>
              <a:t>Red:Blue</a:t>
            </a:r>
            <a:r>
              <a:rPr lang="en-GB" sz="1200" dirty="0"/>
              <a:t> – Akai MPC Sample, </a:t>
            </a:r>
            <a:r>
              <a:rPr lang="en-GB" sz="1200" b="1" dirty="0" err="1"/>
              <a:t>Yellow:Orange</a:t>
            </a:r>
            <a:r>
              <a:rPr lang="en-GB" sz="1200" dirty="0"/>
              <a:t> –Roland SP404 mk2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3905374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E4F7-6E47-4DEC-8B28-5BA14588A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E22607-B71B-B715-7B4D-2675E0F0D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438" y="589684"/>
            <a:ext cx="7372951" cy="551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54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15A42-5FCA-B321-ACF0-AEEBC057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5DBD9-B7E7-FA1B-DE70-5B1F11497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177" y="0"/>
            <a:ext cx="53036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86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92779B-95E3-6545-5C81-EC8A11FAD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713799"/>
              </p:ext>
            </p:extLst>
          </p:nvPr>
        </p:nvGraphicFramePr>
        <p:xfrm>
          <a:off x="1214984" y="449237"/>
          <a:ext cx="8868414" cy="630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98997593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51753591"/>
                    </a:ext>
                  </a:extLst>
                </a:gridCol>
                <a:gridCol w="1040130">
                  <a:extLst>
                    <a:ext uri="{9D8B030D-6E8A-4147-A177-3AD203B41FA5}">
                      <a16:colId xmlns:a16="http://schemas.microsoft.com/office/drawing/2014/main" val="247623184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265532329"/>
                    </a:ext>
                  </a:extLst>
                </a:gridCol>
                <a:gridCol w="1474470">
                  <a:extLst>
                    <a:ext uri="{9D8B030D-6E8A-4147-A177-3AD203B41FA5}">
                      <a16:colId xmlns:a16="http://schemas.microsoft.com/office/drawing/2014/main" val="3937587698"/>
                    </a:ext>
                  </a:extLst>
                </a:gridCol>
                <a:gridCol w="1553214">
                  <a:extLst>
                    <a:ext uri="{9D8B030D-6E8A-4147-A177-3AD203B41FA5}">
                      <a16:colId xmlns:a16="http://schemas.microsoft.com/office/drawing/2014/main" val="2189094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Whammy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Yellow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Blue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Orange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29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Suspend Play/Notes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673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Strum Up/Down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70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Strum Up/ Bass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449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Arpeggio Type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0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Arpeggio Type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809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Arpeggio Type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05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Bass 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0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Alto 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354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Tenor 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704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Mute Guitar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Mute Style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726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Mute Bass 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58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Mute Chord 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863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Mute Drum 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92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Auto 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205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Staccato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498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76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19B28B-4817-0047-F5A3-9A48D47E9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90" y="761628"/>
            <a:ext cx="6954220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85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227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Dele Olajide</dc:creator>
  <cp:lastModifiedBy>Dele Olajide</cp:lastModifiedBy>
  <cp:revision>14</cp:revision>
  <dcterms:created xsi:type="dcterms:W3CDTF">2025-10-09T09:41:44Z</dcterms:created>
  <dcterms:modified xsi:type="dcterms:W3CDTF">2026-06-26T10:44:23Z</dcterms:modified>
</cp:coreProperties>
</file>